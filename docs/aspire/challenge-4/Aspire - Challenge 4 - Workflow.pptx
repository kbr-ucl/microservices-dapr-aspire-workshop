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2" r:id="rId4"/>
    <p:sldId id="264" r:id="rId5"/>
    <p:sldId id="263" r:id="rId6"/>
    <p:sldId id="258" r:id="rId7"/>
    <p:sldId id="257" r:id="rId8"/>
    <p:sldId id="265" r:id="rId9"/>
    <p:sldId id="266" r:id="rId10"/>
    <p:sldId id="268" r:id="rId11"/>
    <p:sldId id="267" r:id="rId12"/>
    <p:sldId id="269" r:id="rId13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0" autoAdjust="0"/>
    <p:restoredTop sz="94660"/>
  </p:normalViewPr>
  <p:slideViewPr>
    <p:cSldViewPr snapToGrid="0" showGuides="1">
      <p:cViewPr varScale="1">
        <p:scale>
          <a:sx n="103" d="100"/>
          <a:sy n="103" d="100"/>
        </p:scale>
        <p:origin x="132" y="10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6C0283-97F1-ECBE-44AF-7BDCD3C1A6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F5CFA7A6-A3E1-1C0A-E8BB-64C8AF2247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ADA2592D-2AA2-B159-6E2C-A515DAFDE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E549B-C96F-4CD9-B54E-B512699ECA55}" type="datetimeFigureOut">
              <a:rPr lang="da-DK" smtClean="0"/>
              <a:t>24-02-2026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983224DC-7618-DFBC-3D04-282AD90FF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A9C86C54-85D7-B03F-0554-0CF7E7A08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8813A-7C0C-40DD-8780-8D48D12C70E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09286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448BA3-31A4-B075-3A10-73F761C99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F712B521-E77D-E4ED-F5BE-6F9688C6F2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6F006C47-5B19-CD38-B9CE-507C278BA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E549B-C96F-4CD9-B54E-B512699ECA55}" type="datetimeFigureOut">
              <a:rPr lang="da-DK" smtClean="0"/>
              <a:t>24-02-2026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7F96B381-DBF5-AAE1-FA03-0F4548CE0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B0E0B4C8-CB2A-A2D0-AE96-0C74B86DA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8813A-7C0C-40DD-8780-8D48D12C70E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521146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420F19-E05C-48B4-C542-6D63C5DCD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1318D62F-150A-5DBB-2571-4098AB7ED5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6578FB39-6FFB-CA4F-F25D-69C67F218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E549B-C96F-4CD9-B54E-B512699ECA55}" type="datetimeFigureOut">
              <a:rPr lang="da-DK" smtClean="0"/>
              <a:t>24-02-2026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0358B314-E5BA-0A55-4E49-7F6FD09E8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54940A37-8165-51AC-9A1C-B8A86C165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8813A-7C0C-40DD-8780-8D48D12C70E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7878758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D48A58-D769-5759-04D6-D3033D6C2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8D5690A3-D088-EEC7-631A-61C18A90AE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7B6B6C80-8119-7E42-C1A4-6CECC703B8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96D18200-DF97-8D39-0C98-CE16FF8F2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E549B-C96F-4CD9-B54E-B512699ECA55}" type="datetimeFigureOut">
              <a:rPr lang="da-DK" smtClean="0"/>
              <a:t>24-02-2026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F5E60E9A-CD49-52B7-750B-2DE1DC2CD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BFD30ABD-B6E7-BC51-A223-00864ECD3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8813A-7C0C-40DD-8780-8D48D12C70E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499168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A0D7D06-EC72-AB9B-B10B-96A88355E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93FBC05B-43AB-0F15-C7CF-12BE5942EC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412B03E2-1E3E-F97C-377F-0E7B301E25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200520D3-0678-7032-5F9A-8DFBD3D07D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58312B09-2012-65C6-36B4-DA8E225016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>
            <a:extLst>
              <a:ext uri="{FF2B5EF4-FFF2-40B4-BE49-F238E27FC236}">
                <a16:creationId xmlns:a16="http://schemas.microsoft.com/office/drawing/2014/main" id="{DF32BB79-E0D4-8C74-77DB-39DB6A468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E549B-C96F-4CD9-B54E-B512699ECA55}" type="datetimeFigureOut">
              <a:rPr lang="da-DK" smtClean="0"/>
              <a:t>24-02-2026</a:t>
            </a:fld>
            <a:endParaRPr lang="da-DK"/>
          </a:p>
        </p:txBody>
      </p:sp>
      <p:sp>
        <p:nvSpPr>
          <p:cNvPr id="8" name="Pladsholder til sidefod 7">
            <a:extLst>
              <a:ext uri="{FF2B5EF4-FFF2-40B4-BE49-F238E27FC236}">
                <a16:creationId xmlns:a16="http://schemas.microsoft.com/office/drawing/2014/main" id="{27B26621-3A51-DF24-75CC-FF273DEDC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68462760-0932-DBD8-DC1A-22D144548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8813A-7C0C-40DD-8780-8D48D12C70E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63869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4E5249E-0C4E-B54F-391E-99C431BD7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F7DAA907-A529-772D-91C0-E3E61D7F7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E549B-C96F-4CD9-B54E-B512699ECA55}" type="datetimeFigureOut">
              <a:rPr lang="da-DK" smtClean="0"/>
              <a:t>24-02-2026</a:t>
            </a:fld>
            <a:endParaRPr lang="da-DK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3FFBA8AF-6F45-2BCE-310B-F788A2762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9636EE48-24AD-7987-B6C5-48E69ADA7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8813A-7C0C-40DD-8780-8D48D12C70E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6685389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>
            <a:extLst>
              <a:ext uri="{FF2B5EF4-FFF2-40B4-BE49-F238E27FC236}">
                <a16:creationId xmlns:a16="http://schemas.microsoft.com/office/drawing/2014/main" id="{98F06946-490A-08AE-C651-046315090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E549B-C96F-4CD9-B54E-B512699ECA55}" type="datetimeFigureOut">
              <a:rPr lang="da-DK" smtClean="0"/>
              <a:t>24-02-2026</a:t>
            </a:fld>
            <a:endParaRPr lang="da-DK"/>
          </a:p>
        </p:txBody>
      </p:sp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AC90447A-8D4B-F401-7C9B-BA6A06B70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0C5CB958-18CF-A74C-C5B3-602517683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8813A-7C0C-40DD-8780-8D48D12C70E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211883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A9F732-ED52-5A69-EF62-D664B9D32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D8B6D7AA-D0FD-20A3-196B-27F58799EA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F6942DFC-4E44-5FFE-28CC-9780505EF5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CEC2C290-074F-862C-0643-37BC3515A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E549B-C96F-4CD9-B54E-B512699ECA55}" type="datetimeFigureOut">
              <a:rPr lang="da-DK" smtClean="0"/>
              <a:t>24-02-2026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1D4FC3FF-0527-1B42-5FA6-A8C2DF7B3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5B8035B8-E406-D4EE-4088-932AEC838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8813A-7C0C-40DD-8780-8D48D12C70E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2902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EB59C67-F942-C313-BF4C-2BE69F1EF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billede 2">
            <a:extLst>
              <a:ext uri="{FF2B5EF4-FFF2-40B4-BE49-F238E27FC236}">
                <a16:creationId xmlns:a16="http://schemas.microsoft.com/office/drawing/2014/main" id="{88A54118-31CA-C9EC-69B2-E11086F647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82046982-49A9-970D-5A67-065566026C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E79AA90F-5476-E276-45AE-53E0066E3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E549B-C96F-4CD9-B54E-B512699ECA55}" type="datetimeFigureOut">
              <a:rPr lang="da-DK" smtClean="0"/>
              <a:t>24-02-2026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FE27E48A-3A8D-17C9-9A52-A45AAD597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9BB86F09-7BB6-89C5-A87A-333936321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8813A-7C0C-40DD-8780-8D48D12C70E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6542384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301835-1F05-9EB1-4496-DE474F3B6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CB6D9421-AC53-2AB1-0D91-471E24E964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2C3321D3-8219-07A4-160A-A43E7E2FD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E549B-C96F-4CD9-B54E-B512699ECA55}" type="datetimeFigureOut">
              <a:rPr lang="da-DK" smtClean="0"/>
              <a:t>24-02-2026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90B3BE97-DA9F-841D-4677-1111660C3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75FCE5AA-17D0-4AAD-AB24-37C7FD828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8813A-7C0C-40DD-8780-8D48D12C70E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500406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>
            <a:extLst>
              <a:ext uri="{FF2B5EF4-FFF2-40B4-BE49-F238E27FC236}">
                <a16:creationId xmlns:a16="http://schemas.microsoft.com/office/drawing/2014/main" id="{0E501D43-BE15-2ED1-8E18-87D4AEEAAE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7AB63544-10B9-9A6E-7380-530BCB8AB7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DFF4F8B2-95A6-6F9A-3E23-065021EE5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E549B-C96F-4CD9-B54E-B512699ECA55}" type="datetimeFigureOut">
              <a:rPr lang="da-DK" smtClean="0"/>
              <a:t>24-02-2026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AFC494E2-5F7E-5437-97B2-26B296F3C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7B551244-85AC-AACB-CA4A-1DB29958E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8813A-7C0C-40DD-8780-8D48D12C70E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9733291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>
            <a:extLst>
              <a:ext uri="{FF2B5EF4-FFF2-40B4-BE49-F238E27FC236}">
                <a16:creationId xmlns:a16="http://schemas.microsoft.com/office/drawing/2014/main" id="{257B6958-64FE-48CA-8B8D-9A87BFB7E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A7D8673C-4F84-9EB2-260C-ECD02368D2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30474C0D-6EAC-B053-7104-82321F7FAA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AE549B-C96F-4CD9-B54E-B512699ECA55}" type="datetimeFigureOut">
              <a:rPr lang="da-DK" smtClean="0"/>
              <a:t>24-02-2026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DE641153-306F-E087-8500-687410C767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A38CC4EA-D5EC-64CB-D524-A04D63CBB2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98813A-7C0C-40DD-8780-8D48D12C70E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089401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5BB47C-D133-2CAF-ACBA-FF3BA0DEC09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 err="1"/>
              <a:t>Aspire</a:t>
            </a:r>
            <a:r>
              <a:rPr lang="da-DK" dirty="0"/>
              <a:t> - Challenge 4 - Workflow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51F3FC7F-BA7E-12D4-3345-8102C9EFD0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This solution implements a pizza ordering system using a microservices architecture orchestrated by </a:t>
            </a:r>
            <a:r>
              <a:rPr lang="en-US" dirty="0" err="1"/>
              <a:t>Dapr</a:t>
            </a:r>
            <a:r>
              <a:rPr lang="en-US" dirty="0"/>
              <a:t> Workflow and Aspire. The </a:t>
            </a:r>
            <a:r>
              <a:rPr lang="en-US" i="1" dirty="0" err="1">
                <a:latin typeface="Consolas" panose="020B0609020204030204" pitchFamily="49" charset="0"/>
              </a:rPr>
              <a:t>PizzaOrderingWorkflow</a:t>
            </a:r>
            <a:r>
              <a:rPr lang="en-US" dirty="0"/>
              <a:t> drives the entire order lifecycle — from placement through cooking, validation, and delivery — coordinating five independent services via </a:t>
            </a:r>
            <a:r>
              <a:rPr lang="en-US" dirty="0" err="1"/>
              <a:t>Dapr</a:t>
            </a:r>
            <a:r>
              <a:rPr lang="en-US" dirty="0"/>
              <a:t> building blocks (service invocation, pub/sub, state management).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9281040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51D38C51-062F-47B2-4CB3-B4D3175D8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PizzaOrderingWorkflow</a:t>
            </a:r>
            <a:r>
              <a:rPr lang="da-DK" dirty="0"/>
              <a:t> I</a:t>
            </a:r>
          </a:p>
        </p:txBody>
      </p:sp>
      <p:pic>
        <p:nvPicPr>
          <p:cNvPr id="7" name="Pladsholder til indhold 7" descr="Et billede, der indeholder tekst, skærmbillede, Webside, Onlinereklamering">
            <a:extLst>
              <a:ext uri="{FF2B5EF4-FFF2-40B4-BE49-F238E27FC236}">
                <a16:creationId xmlns:a16="http://schemas.microsoft.com/office/drawing/2014/main" id="{1C406DB0-492F-5252-F7EB-CE813C88F9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06570" y="1690688"/>
            <a:ext cx="7778860" cy="5185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9678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CE2B0E1-DCFF-8D23-C801-4F54D93AC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PizzaOrderingWorkflow</a:t>
            </a:r>
            <a:r>
              <a:rPr lang="da-DK" dirty="0"/>
              <a:t> II</a:t>
            </a:r>
          </a:p>
        </p:txBody>
      </p:sp>
      <p:pic>
        <p:nvPicPr>
          <p:cNvPr id="4" name="Pladsholder til indhold 3">
            <a:extLst>
              <a:ext uri="{FF2B5EF4-FFF2-40B4-BE49-F238E27FC236}">
                <a16:creationId xmlns:a16="http://schemas.microsoft.com/office/drawing/2014/main" id="{8B6AD0BF-62BB-9C29-9344-2A1A4C54F4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46789" y="1868993"/>
            <a:ext cx="7698422" cy="4989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37623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A8A3B3-A7D7-2E55-735E-2D4F387D0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Complete Status </a:t>
            </a:r>
            <a:r>
              <a:rPr lang="da-DK" dirty="0" err="1"/>
              <a:t>Lifecycle</a:t>
            </a:r>
            <a:r>
              <a:rPr lang="da-DK" dirty="0"/>
              <a:t> I</a:t>
            </a:r>
          </a:p>
        </p:txBody>
      </p:sp>
      <p:pic>
        <p:nvPicPr>
          <p:cNvPr id="5" name="Pladsholder til indhold 4" descr="Et billede, der indeholder tekst, skærmbillede, logo, Onlinereklamering">
            <a:extLst>
              <a:ext uri="{FF2B5EF4-FFF2-40B4-BE49-F238E27FC236}">
                <a16:creationId xmlns:a16="http://schemas.microsoft.com/office/drawing/2014/main" id="{863F9F5E-0837-5D1F-C2F3-1EF0F5ED2D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0516" y="1690688"/>
            <a:ext cx="7750968" cy="516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8514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F401BFC-937E-831B-902B-E53BCA8E0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Complete Status </a:t>
            </a:r>
            <a:r>
              <a:rPr lang="da-DK" dirty="0" err="1"/>
              <a:t>Lifecycle</a:t>
            </a:r>
            <a:r>
              <a:rPr lang="da-DK" dirty="0"/>
              <a:t> II</a:t>
            </a:r>
          </a:p>
        </p:txBody>
      </p:sp>
      <p:pic>
        <p:nvPicPr>
          <p:cNvPr id="5" name="Pladsholder til indhold 4" descr="Et billede, der indeholder tekst, skærmbillede, Font/skrifttype">
            <a:extLst>
              <a:ext uri="{FF2B5EF4-FFF2-40B4-BE49-F238E27FC236}">
                <a16:creationId xmlns:a16="http://schemas.microsoft.com/office/drawing/2014/main" id="{1CABEA76-4404-76BF-126F-1BB4FC1BF7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08359" y="1810139"/>
            <a:ext cx="8575282" cy="5047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4550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C33818-B366-C02C-0D9C-F438F5509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Architecture I</a:t>
            </a:r>
          </a:p>
        </p:txBody>
      </p:sp>
      <p:pic>
        <p:nvPicPr>
          <p:cNvPr id="5" name="Pladsholder til indhold 4" descr="Et billede, der indeholder tekst, skærmbillede, Webside, software">
            <a:extLst>
              <a:ext uri="{FF2B5EF4-FFF2-40B4-BE49-F238E27FC236}">
                <a16:creationId xmlns:a16="http://schemas.microsoft.com/office/drawing/2014/main" id="{2CE750D1-5F45-CB0A-216F-1C9240634D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07164" y="1539551"/>
            <a:ext cx="7977672" cy="5318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6478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7121D2-FE7E-6004-AAA4-AE83B4FA0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Architecture II</a:t>
            </a:r>
          </a:p>
        </p:txBody>
      </p:sp>
      <p:pic>
        <p:nvPicPr>
          <p:cNvPr id="5" name="Pladsholder til indhold 4" descr="Et billede, der indeholder tekst, Font/skrifttype, diagram, linje/række">
            <a:extLst>
              <a:ext uri="{FF2B5EF4-FFF2-40B4-BE49-F238E27FC236}">
                <a16:creationId xmlns:a16="http://schemas.microsoft.com/office/drawing/2014/main" id="{D6E7729F-BCB0-B607-5FC7-69CE19A932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59021" y="1825624"/>
            <a:ext cx="4998530" cy="4808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6300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ladsholder til indhold 4" descr="Et billede, der indeholder tekst, skærmbillede, nummer/tal, software">
            <a:extLst>
              <a:ext uri="{FF2B5EF4-FFF2-40B4-BE49-F238E27FC236}">
                <a16:creationId xmlns:a16="http://schemas.microsoft.com/office/drawing/2014/main" id="{78828D77-EA5D-9B10-D129-3E7E7EF35D71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1624483" y="3636"/>
            <a:ext cx="8943033" cy="6854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90480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ladsholder til indhold 4" descr="Et billede, der indeholder tekst, skærmbillede, software, nummer/tal">
            <a:extLst>
              <a:ext uri="{FF2B5EF4-FFF2-40B4-BE49-F238E27FC236}">
                <a16:creationId xmlns:a16="http://schemas.microsoft.com/office/drawing/2014/main" id="{6B2F64D1-A6BB-C95E-C0D8-8F4AF0CA767A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1622733" y="0"/>
            <a:ext cx="894653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4298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lede 2" descr="Et billede, der indeholder tekst, skærmbillede, software, Computerikon&#10;&#10;AI-genereret indhold kan være ukorrekt.">
            <a:extLst>
              <a:ext uri="{FF2B5EF4-FFF2-40B4-BE49-F238E27FC236}">
                <a16:creationId xmlns:a16="http://schemas.microsoft.com/office/drawing/2014/main" id="{4DC1D672-A727-C754-209B-F565653BD1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2831" y="0"/>
            <a:ext cx="936633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34415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lede 2" descr="Et billede, der indeholder tekst, software, Webside, Computerikon">
            <a:extLst>
              <a:ext uri="{FF2B5EF4-FFF2-40B4-BE49-F238E27FC236}">
                <a16:creationId xmlns:a16="http://schemas.microsoft.com/office/drawing/2014/main" id="{1E45FB94-1B53-6A7F-3626-9C0FF85FD1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96" y="0"/>
            <a:ext cx="1202960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4064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lede 2" descr="Et billede, der indeholder tekst, skærmbillede, software, Multimediesoftware">
            <a:extLst>
              <a:ext uri="{FF2B5EF4-FFF2-40B4-BE49-F238E27FC236}">
                <a16:creationId xmlns:a16="http://schemas.microsoft.com/office/drawing/2014/main" id="{AC2B706A-8422-FAA3-E23A-E0A0A48B15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4752" y="0"/>
            <a:ext cx="84824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1676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77</Words>
  <Application>Microsoft Office PowerPoint</Application>
  <PresentationFormat>Widescreen</PresentationFormat>
  <Paragraphs>8</Paragraphs>
  <Slides>12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4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Consolas</vt:lpstr>
      <vt:lpstr>Office-tema</vt:lpstr>
      <vt:lpstr>Aspire - Challenge 4 - Workflow</vt:lpstr>
      <vt:lpstr>PizzaOrderingWorkflow I</vt:lpstr>
      <vt:lpstr>PizzaOrderingWorkflow II</vt:lpstr>
      <vt:lpstr>Complete Status Lifecycle I</vt:lpstr>
      <vt:lpstr>Complete Status Lifecycle II</vt:lpstr>
      <vt:lpstr>Architecture I</vt:lpstr>
      <vt:lpstr>Architecture II</vt:lpstr>
      <vt:lpstr>PowerPoint-præsentation</vt:lpstr>
      <vt:lpstr>PowerPoint-præsentation</vt:lpstr>
      <vt:lpstr>PowerPoint-præsentation</vt:lpstr>
      <vt:lpstr>PowerPoint-præsentation</vt:lpstr>
      <vt:lpstr>PowerPoint-præsentation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Kaj Steen Bromose</dc:creator>
  <cp:lastModifiedBy>Kaj Steen Bromose</cp:lastModifiedBy>
  <cp:revision>2</cp:revision>
  <dcterms:created xsi:type="dcterms:W3CDTF">2026-02-24T07:12:45Z</dcterms:created>
  <dcterms:modified xsi:type="dcterms:W3CDTF">2026-02-24T07:54:53Z</dcterms:modified>
</cp:coreProperties>
</file>